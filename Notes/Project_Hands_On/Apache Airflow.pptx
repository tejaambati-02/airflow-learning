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4068-CF98-2B9B-8B3B-2D5951E69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148AD-0F6E-F39C-909E-B9A6919B9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A74C2-D906-629D-99E0-60C5673F0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D382D-7310-40FC-A6C1-21340E4D3BDA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9DBEE-3B77-4179-570E-73A7B337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83EFA-B1F1-EA98-E8A5-A3308DC4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5EA7-D92B-46D4-A303-095991A3F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96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5F4B-89E6-0407-E540-4FAE992C3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6994A-E385-DA3B-9A78-F82CDCF71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6E792-9583-A99B-6886-D9442AD36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D382D-7310-40FC-A6C1-21340E4D3BDA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895D9-06B7-A61D-6FEC-3A0A6387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576A2-2B74-3C16-4DB0-EF55F253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5EA7-D92B-46D4-A303-095991A3F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068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04C3A-7448-C9AA-6BF6-A3B4AAFCA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D438B-3E8C-EA79-A2BE-6D0F675BB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9134C-2B4C-C2E1-3B90-0413C2B80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D382D-7310-40FC-A6C1-21340E4D3BDA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8DB2A-204F-9B25-2ABA-6B240F909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F30D6-5A3A-BEB3-D584-D457514E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5EA7-D92B-46D4-A303-095991A3F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52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0DAD4-3E06-8971-4277-180CB08D5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0A19E-E145-7B27-7035-23D98EC3F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8D645-AA15-035C-9B68-DB1649F03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F593A-E48E-E2FE-8F05-C8BFE09B0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D382D-7310-40FC-A6C1-21340E4D3BDA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DEFF6-6CE7-B330-4E05-868C42B98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6158-F6BF-8C18-28AA-7665B1C6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5EA7-D92B-46D4-A303-095991A3F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908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5672-C770-0354-935C-66E3FECA8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24328-9C4C-DBFB-12A9-71F8F3FF2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C1E3F-146C-4278-F423-DEDF78664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908FC-8D46-FD7D-0125-00F321A0E7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98317E-B95D-ABC9-93FD-946DCAC65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27067E-64AD-0F3C-F93C-17C37F29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D382D-7310-40FC-A6C1-21340E4D3BDA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0316A7-0C03-80E6-8321-89ED52277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F99BB-453B-2FAA-1C45-10460B65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5EA7-D92B-46D4-A303-095991A3F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10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15600-2E5D-D73C-C478-E8996C9C9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690B0-B5CF-28D1-F8FB-C60A3A8A6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D382D-7310-40FC-A6C1-21340E4D3BDA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7BA8D-FD8F-17F2-EF3B-427F482B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4DB98-06A4-CF3A-F77A-BC7BB2CAB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5EA7-D92B-46D4-A303-095991A3F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98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C3AD39-42FA-53AD-3DD7-2FBF52FDF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D382D-7310-40FC-A6C1-21340E4D3BDA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C7BA4-38F2-DB3E-C204-2721D8C28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F9E4A-E221-552E-D314-AB9577E0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5EA7-D92B-46D4-A303-095991A3F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01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6E90-1671-FCFC-2EE0-19888D63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76A7A-C972-1C3F-591C-FFC4F30CE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C9EFC-C461-22E0-7541-1968DD5F0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BF575-D792-A244-14FB-E9D5DC4E0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D382D-7310-40FC-A6C1-21340E4D3BDA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3BF79-26AA-0C8F-8D1F-DFEF8544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3C92D-2106-1C4D-304D-74C68A0D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5EA7-D92B-46D4-A303-095991A3F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34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974E-F3BF-51C1-AA75-0AD8E40CA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C4D07C-FBF3-8CC3-3BC5-A03ABC938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596D9-0994-B803-D17C-4BCE301AF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A0701-7E36-C61C-3673-8A885D9E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D382D-7310-40FC-A6C1-21340E4D3BDA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1D979-FA5D-B138-963E-BED8ACDB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FEFA9-99A5-1177-E2B1-ACAF31B08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5EA7-D92B-46D4-A303-095991A3F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780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4B40-463F-A7FF-E097-55DA0F5E4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9ED03-E462-F460-4D96-A0F110424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E1B31-A039-9863-C420-59EEDB236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D382D-7310-40FC-A6C1-21340E4D3BDA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63553-F9A5-9859-7D57-AE3393D8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D96BB-8114-6217-B893-C54303E6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5EA7-D92B-46D4-A303-095991A3F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8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90766E-4544-0FC8-A47A-B81B2C9BAE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1ABE6-CC7F-3340-1DAE-D90A546D2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14911-D328-66E5-5E6A-48E09DAF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D382D-7310-40FC-A6C1-21340E4D3BDA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9259C-0E32-C581-D6B6-5433C061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0C2DE-CF53-CF0B-8451-960038C8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5EA7-D92B-46D4-A303-095991A3F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36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EDC43E-76AB-7D8D-8A3B-EB689C753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C7866-8433-A81E-3212-AC9C1FE8F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42119-2E1A-70E5-26FB-E345807C74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D382D-7310-40FC-A6C1-21340E4D3BDA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8BBCF-ABF6-2DE8-DFD2-0BD8EE3E3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0542F-395A-251D-4BE3-5D16603C1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55EA7-D92B-46D4-A303-095991A3F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24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25031D-3AD2-C7A9-D5C1-9488ED7CA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82" y="849406"/>
            <a:ext cx="10341236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463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3B4378-8AAF-15B6-8337-10641EE52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37" y="2495469"/>
            <a:ext cx="10226926" cy="18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8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F39845-B756-EAB6-68F8-CB0E5CF8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415" y="891320"/>
            <a:ext cx="9579170" cy="50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94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4BE835-C9F1-047F-1B34-E8454DE8E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258" y="483615"/>
            <a:ext cx="8809483" cy="589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23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0AADAF-FC33-B4D2-DB45-07C9DBF48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97" y="620786"/>
            <a:ext cx="11362405" cy="56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18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62240D-6E7B-5DC9-0C25-3268880A1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5423"/>
            <a:ext cx="12192000" cy="472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248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D7033-EBE7-2754-87C9-E587CBFA1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703" y="263667"/>
            <a:ext cx="9458632" cy="633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18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B3F759-86F5-A2DB-9217-478A28B9A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74" y="0"/>
            <a:ext cx="9596284" cy="664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23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A2D026-D45E-935F-5625-F5E1C41D1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621" y="1611472"/>
            <a:ext cx="9426757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921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2026-07-12T17:30:51Z</dcterms:created>
  <dcterms:modified xsi:type="dcterms:W3CDTF">2026-07-12T17:37:53Z</dcterms:modified>
</cp:coreProperties>
</file>